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08" r:id="rId3"/>
    <p:sldId id="310" r:id="rId4"/>
    <p:sldId id="311" r:id="rId5"/>
    <p:sldId id="309" r:id="rId6"/>
    <p:sldId id="259" r:id="rId7"/>
    <p:sldId id="260" r:id="rId8"/>
    <p:sldId id="261" r:id="rId9"/>
    <p:sldId id="262" r:id="rId10"/>
    <p:sldId id="263" r:id="rId11"/>
    <p:sldId id="264" r:id="rId12"/>
    <p:sldId id="312" r:id="rId13"/>
    <p:sldId id="313" r:id="rId14"/>
  </p:sldIdLst>
  <p:sldSz cx="12192000" cy="6858000"/>
  <p:notesSz cx="6797675" cy="992505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3" roundtripDataSignature="AMtx7mghRIRzCSg4PijRa9QBM9PgP5DL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2696C0-0558-4447-BCA4-1D76FE9F4174}">
  <a:tblStyle styleId="{882696C0-0558-4447-BCA4-1D76FE9F41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3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76" Type="http://schemas.openxmlformats.org/officeDocument/2006/relationships/theme" Target="theme/theme1.xml"/><Relationship Id="rId3" Type="http://schemas.openxmlformats.org/officeDocument/2006/relationships/slide" Target="slides/slide2.xml"/><Relationship Id="rId17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7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73" Type="http://customschemas.google.com/relationships/presentationmetadata" Target="metadata"/><Relationship Id="rId10" Type="http://schemas.openxmlformats.org/officeDocument/2006/relationships/slide" Target="slides/slide9.xml"/><Relationship Id="rId177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:notes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9" name="Google Shape;41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:notes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:notes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9" name="Google Shape;42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09D49E43-6285-D8A4-234D-71F100C3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:notes">
            <a:extLst>
              <a:ext uri="{FF2B5EF4-FFF2-40B4-BE49-F238E27FC236}">
                <a16:creationId xmlns:a16="http://schemas.microsoft.com/office/drawing/2014/main" id="{A40FB837-28B7-8F2E-12D8-24ED861E1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9" name="Google Shape;419;p38:notes">
            <a:extLst>
              <a:ext uri="{FF2B5EF4-FFF2-40B4-BE49-F238E27FC236}">
                <a16:creationId xmlns:a16="http://schemas.microsoft.com/office/drawing/2014/main" id="{215F12B7-3A1D-F48C-AEFE-302E7F6F3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274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81BDD83-4113-63CB-F998-B10B149E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E8898CB4-8637-C4D7-A4E3-266B3578C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A9230F0D-C4D6-23AA-FEAE-6A397490F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7442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2D28F54-1FC5-9D4F-B387-EA92A653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C05A0909-4F76-08DB-D840-E056202A9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791FA0FA-614F-A957-95C7-733CC55C7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4136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43D63F2-2C9F-1A28-EA18-F197FA52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0327DEB9-C9AA-3233-027C-A5D76C39F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B095444B-5E6F-4099-0761-0684CAE2D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2890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7F505E6-E002-7DB7-247E-9F026012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E38CFBAE-2B73-DC5F-C3FC-90FFBD71E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BC2CB2FD-F10A-3971-CC81-5B4266582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8566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0A9129D-12DE-9A16-921D-5195B951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F4EA2975-D671-6952-E52F-8354767E7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A0A29BDB-DA6A-0BB6-BEF3-39F8B3D30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0080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39FB604-1604-60CE-57DF-6BDCB564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84408252-73B6-0E72-F37A-080C3CEB9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197617B7-37C6-BFC5-4235-6B1F20811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111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88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khota@iitj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Kinematics and Dynamics of Machines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MEL3020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50595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Dr. Roshan Kumar Hota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rkhota@iitj.ac.in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Phone: 9775667313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Room 308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Mechanical Engineering Department</a:t>
            </a:r>
            <a:endParaRPr sz="18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IIT Jodhpur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/>
          <p:nvPr/>
        </p:nvSpPr>
        <p:spPr>
          <a:xfrm>
            <a:off x="838200" y="2910617"/>
            <a:ext cx="10515600" cy="619500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Velocity Analysis using instant centers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0493"/>
            <a:ext cx="12192000" cy="669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571" y="462836"/>
            <a:ext cx="11164858" cy="59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BE567654-93A2-1FC6-E517-22FE0407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3D151-7FEE-2403-5D1B-651811A82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06" y="344005"/>
            <a:ext cx="7606002" cy="1727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A3D8EE-DC69-54B4-7EBF-B92C084CF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343" y="1865988"/>
            <a:ext cx="6128327" cy="4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6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CAM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6A4F1-074E-0EA3-8AC8-BFFC2B90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99" y="1338292"/>
            <a:ext cx="3579574" cy="441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03D9D-ECD8-E342-7392-3DED81B90F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29" r="28765"/>
          <a:stretch>
            <a:fillRect/>
          </a:stretch>
        </p:blipFill>
        <p:spPr>
          <a:xfrm>
            <a:off x="5730705" y="1162195"/>
            <a:ext cx="3664580" cy="4938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8124194-A544-5E6D-097D-8475C859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1374F487-38D8-A67E-A78E-8B16013A35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CAM Classification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5BBF3-3D4B-9D7B-326B-FE1758067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66959"/>
            <a:ext cx="4852418" cy="44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6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BE56CF6-1529-3E62-8F52-BFBA0508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D0D952EC-0812-3FFB-C0D1-DD163456C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CAM Classification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D6AB9-BBA9-0D3A-2AD5-77880DA5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2" y="1130182"/>
            <a:ext cx="10046216" cy="45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12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3C22347-1C99-AB59-729D-B4A7C0025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033F3A93-7DCB-8752-5E20-DBB4C689E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CAM Classification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B7054-7A16-4358-F3B9-A7720C449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92" y="1492150"/>
            <a:ext cx="10020815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3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370CA0F-5C1B-57E2-A4B1-B3A8972C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4A470B8C-B3BE-FF44-239D-0F1D8C417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Displacement Diagrams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2C3D3-2D58-7694-EE9B-8C8CAA401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78" y="2697229"/>
            <a:ext cx="9608044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7E165AF-4F03-C689-702E-EACE7BFB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3A9DE4C7-2F8B-1339-BBB9-9E75B1DC5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A3451-6B8B-6720-70A9-3DCE6658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1271"/>
            <a:ext cx="12192000" cy="263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5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7F8AFB9-D399-36A0-71FF-0252CDB3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021B9CA7-7FF5-B487-8104-F7ADBAF0C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dirty="0"/>
              <a:t>Example</a:t>
            </a:r>
            <a:endParaRPr dirty="0"/>
          </a:p>
        </p:txBody>
      </p:sp>
      <p:pic>
        <p:nvPicPr>
          <p:cNvPr id="2" name="Video Project 5">
            <a:hlinkClick r:id="" action="ppaction://media"/>
            <a:extLst>
              <a:ext uri="{FF2B5EF4-FFF2-40B4-BE49-F238E27FC236}">
                <a16:creationId xmlns:a16="http://schemas.microsoft.com/office/drawing/2014/main" id="{C7063008-4524-FD2E-739D-B6886E3199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8763" y="1143000"/>
            <a:ext cx="81153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9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4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0;p4">
            <a:extLst>
              <a:ext uri="{FF2B5EF4-FFF2-40B4-BE49-F238E27FC236}">
                <a16:creationId xmlns:a16="http://schemas.microsoft.com/office/drawing/2014/main" id="{ED0143FD-50D9-9BD0-AE7E-D954D9C79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  <a:prstGeom prst="rect">
            <a:avLst/>
          </a:prstGeom>
          <a:noFill/>
          <a:ln w="2857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Meshing gear animation with involute profiles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Meshing_gears">
            <a:hlinkClick r:id="" action="ppaction://media"/>
            <a:extLst>
              <a:ext uri="{FF2B5EF4-FFF2-40B4-BE49-F238E27FC236}">
                <a16:creationId xmlns:a16="http://schemas.microsoft.com/office/drawing/2014/main" id="{DAEAEE2A-6B5C-B609-8763-F88C87718A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6909" y="1145961"/>
            <a:ext cx="9923069" cy="55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6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2284</TotalTime>
  <Words>54</Words>
  <Application>Microsoft Office PowerPoint</Application>
  <PresentationFormat>Widescreen</PresentationFormat>
  <Paragraphs>17</Paragraphs>
  <Slides>13</Slides>
  <Notes>12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Times New Roman</vt:lpstr>
      <vt:lpstr>Play</vt:lpstr>
      <vt:lpstr>Arial</vt:lpstr>
      <vt:lpstr>Office Theme</vt:lpstr>
      <vt:lpstr>Kinematics and Dynamics of Machines MEL3020</vt:lpstr>
      <vt:lpstr>PowerPoint Presentation</vt:lpstr>
      <vt:lpstr>PowerPoint Presentation</vt:lpstr>
      <vt:lpstr>PowerPoint Presentation</vt:lpstr>
      <vt:lpstr>PowerPoint Presentation</vt:lpstr>
      <vt:lpstr>CAM Analysis</vt:lpstr>
      <vt:lpstr>CAM Classification</vt:lpstr>
      <vt:lpstr>CAM Classification</vt:lpstr>
      <vt:lpstr>CAM Classification</vt:lpstr>
      <vt:lpstr>Displacement Diagrams</vt:lpstr>
      <vt:lpstr>Example</vt:lpstr>
      <vt:lpstr>Example</vt:lpstr>
      <vt:lpstr>Meshing gear animation with involute profiles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Roshan Hota</dc:creator>
  <cp:lastModifiedBy>Roshan Hota</cp:lastModifiedBy>
  <cp:revision>14</cp:revision>
  <dcterms:created xsi:type="dcterms:W3CDTF">2025-07-07T05:01:43Z</dcterms:created>
  <dcterms:modified xsi:type="dcterms:W3CDTF">2026-09-23T10:08:28Z</dcterms:modified>
</cp:coreProperties>
</file>